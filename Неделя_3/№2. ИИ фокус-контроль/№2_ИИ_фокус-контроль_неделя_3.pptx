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24384000" cy="13716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Slid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218960" y="547200"/>
            <a:ext cx="21944880" cy="228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1218960" y="3209400"/>
            <a:ext cx="21944880" cy="7954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1206360" y="2373120"/>
            <a:ext cx="21971520" cy="935280"/>
          </a:xfrm>
          <a:custGeom>
            <a:avLst/>
            <a:gdLst/>
            <a:ahLst/>
            <a:rect l="0" t="0" r="r" b="b"/>
            <a:pathLst>
              <a:path w="61032" h="2598">
                <a:moveTo>
                  <a:pt x="0" y="0"/>
                </a:moveTo>
                <a:lnTo>
                  <a:pt x="61032" y="0"/>
                </a:lnTo>
                <a:lnTo>
                  <a:pt x="61032" y="2598"/>
                </a:lnTo>
                <a:lnTo>
                  <a:pt x="0" y="2598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" name=""/>
          <p:cNvPicPr/>
          <p:nvPr/>
        </p:nvPicPr>
        <p:blipFill>
          <a:blip r:embed="rId1"/>
          <a:stretch/>
        </p:blipFill>
        <p:spPr>
          <a:xfrm>
            <a:off x="0" y="0"/>
            <a:ext cx="24383880" cy="1371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