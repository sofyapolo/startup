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9" name="Shape 14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Автор и дата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Автор и дата</a:t>
            </a:r>
          </a:p>
        </p:txBody>
      </p:sp>
      <p:sp>
        <p:nvSpPr>
          <p:cNvPr id="12" name="Заголовок презентации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Заголовок презентации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Подзаголовок презентации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 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Авокадо и лаймы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Заголовок презентации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Заголовок презентации</a:t>
            </a:r>
          </a:p>
        </p:txBody>
      </p:sp>
      <p:sp>
        <p:nvSpPr>
          <p:cNvPr id="23" name="Автор и дата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Автор и дата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Подзаголовок презентации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 фото (вариант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Тарелка с рублеными котлетами из лосося, салатом и хумусом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Заголовок слайда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Заголовок слайда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Подзаголовок слайда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 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Заголовок слайда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43" name="Подзаголовок слайда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, пункты и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Подзаголовок слайда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Тарелка пасты папарделле с зелёным маслом из петрушки, жареным фундуком и стружкой сыра пармезан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Заголовок слайда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Разде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Заголовок раздела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Заголовок раздела</a:t>
            </a:r>
          </a:p>
        </p:txBody>
      </p:sp>
      <p:sp>
        <p:nvSpPr>
          <p:cNvPr id="7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Заголовок слайда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80" name="Подзаголовок слайда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8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овестка д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Заголовок повестки дня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повестки дня</a:t>
            </a:r>
          </a:p>
        </p:txBody>
      </p:sp>
      <p:sp>
        <p:nvSpPr>
          <p:cNvPr id="89" name="Подзаголовок повестки дня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Подзаголовок повестки дня</a:t>
            </a:r>
          </a:p>
        </p:txBody>
      </p:sp>
      <p:sp>
        <p:nvSpPr>
          <p:cNvPr id="9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Темы повестки дня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Информационное сообщ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Информационное сообщение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Важный фа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100 %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7" name="Информация о факте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Информация о факте</a:t>
            </a:r>
          </a:p>
        </p:txBody>
      </p:sp>
      <p:sp>
        <p:nvSpPr>
          <p:cNvPr id="10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Цита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Авторство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Авторство</a:t>
            </a:r>
          </a:p>
        </p:txBody>
      </p:sp>
      <p:sp>
        <p:nvSpPr>
          <p:cNvPr id="11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«Важная цитата»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Фото (3 шт.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Миска салата с жареным рисом, варёными яйцами и палочками для еды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5" name="Тарелка с рублеными котлетами из лосося, салатом и хумусом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6" name="Тарелка пасты папарделле с зелёным маслом из петрушки, жареным фундуком и стружкой сыра пармезан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миска салата с жареным рисом, варёными яйцами и палочками для еды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слайда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Заголовок слайда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Заголовок слайд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2" name="Подзаголовок слайда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3" name="Текст пункта на слайде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54" name="1.png" descr="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Заголовок слайд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7" name="Подзаголовок слайда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8" name="Текст пункта на слайде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59" name="2.png" descr="2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Заголовок слайд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2" name="Подзаголовок слайда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3" name="Текст пункта на слайде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64" name="3.png" descr="3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Заголовок слайд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7" name="Подзаголовок слайда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8" name="Текст пункта на слайде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69" name="4.png" descr="4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Заголовок слайд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2" name="Подзаголовок слайда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3" name="Текст пункта на слайде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74" name="5.png" descr="5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Заголовок слайд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7" name="Подзаголовок слайда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8" name="Текст пункта на слайде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79" name="6.png" descr="6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Заголовок слайд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2" name="Подзаголовок слайда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3" name="Текст пункта на слайде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84" name="7.png" descr="7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Заголовок слайд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7" name="Подзаголовок слайда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8" name="Текст пункта на слайде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89" name="8.png" descr="8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Заголовок слайд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2" name="Подзаголовок слайда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3" name="Текст пункта на слайде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94" name="9.png" descr="9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Заголовок слайд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7" name="Подзаголовок слайда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8" name="Текст пункта на слайде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99" name="10.png" descr="10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Заголовок слайд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2" name="Подзаголовок слайда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3" name="Текст пункта на слайде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204" name="11.png" descr="1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Заголовок слайд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7" name="Подзаголовок слайда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8" name="Текст пункта на слайде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209" name="12.png" descr="12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