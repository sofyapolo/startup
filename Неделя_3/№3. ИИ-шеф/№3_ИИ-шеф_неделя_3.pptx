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/>
          <p:cNvPicPr/>
          <p:nvPr/>
        </p:nvPicPr>
        <p:blipFill>
          <a:blip r:embed="rId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/>
          <p:cNvPicPr/>
          <p:nvPr/>
        </p:nvPicPr>
        <p:blipFill>
          <a:blip r:embed="rId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/>
          <p:cNvPicPr/>
          <p:nvPr/>
        </p:nvPicPr>
        <p:blipFill>
          <a:blip r:embed="rId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/>
          <p:cNvPicPr/>
          <p:nvPr/>
        </p:nvPicPr>
        <p:blipFill>
          <a:blip r:embed="rId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/>
          <p:cNvPicPr/>
          <p:nvPr/>
        </p:nvPicPr>
        <p:blipFill>
          <a:blip r:embed="rId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/>
          <p:cNvPicPr/>
          <p:nvPr/>
        </p:nvPicPr>
        <p:blipFill>
          <a:blip r:embed="rId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/>
          <p:nvPr/>
        </p:nvPicPr>
        <p:blipFill>
          <a:blip r:embed="rId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/>
          <p:cNvPicPr/>
          <p:nvPr/>
        </p:nvPicPr>
        <p:blipFill>
          <a:blip r:embed="rId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/>
          <p:cNvPicPr/>
          <p:nvPr/>
        </p:nvPicPr>
        <p:blipFill>
          <a:blip r:embed="rId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