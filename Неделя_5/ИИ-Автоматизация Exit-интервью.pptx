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7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8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9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0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1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54" name="1.png" descr="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59" name="2.png" descr="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4" name="3.png" descr="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69" name="4.png" descr="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4" name="5.png" descr="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9" name="6.png" descr="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4" name="7.png" descr="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9" name="8.png" descr="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4" name="9.png" descr="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9" name="10.png" descr="1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04" name="11.png" descr="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09" name="12.png" descr="1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14" name="13.png" descr="1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19" name="14.png" descr="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4" name="15.png" descr="1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9" name="16.png" descr="1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34" name="17.png" descr="1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39" name="18.png" descr="1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2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3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44" name="19.png" descr="1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7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8" name="Текст пункта на слайде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49" name="20.png" descr="2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